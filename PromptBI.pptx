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38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84406" y="1271016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kern="0" spc="1200" dirty="0">
                <a:solidFill>
                  <a:srgbClr val="16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PROMPTBI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6400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14300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PROMPTBI</a:t>
            </a:r>
            <a:r>
              <a:rPr lang="en-US" sz="3800" b="1" dirty="0">
                <a:solidFill>
                  <a:srgbClr val="00B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19933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Instant Business Intelligence Dashboards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7200" y="2596896"/>
            <a:ext cx="3200400" cy="22860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0662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question. Get a dashboard.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SQL. No analysts. No waiting.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2926080" cy="475488"/>
          </a:xfrm>
          <a:prstGeom prst="rect">
            <a:avLst/>
          </a:prstGeom>
          <a:solidFill>
            <a:srgbClr val="161D2E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</a:rPr>
              <a:t>GFG Hackfest 2026</a:t>
            </a:r>
          </a:p>
          <a:p>
            <a:pPr marL="0" indent="0" algn="ctr">
              <a:buNone/>
            </a:pPr>
            <a:r>
              <a:rPr lang="en-US" sz="900" b="1" kern="0" spc="3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</a:rPr>
              <a:t>Team: Lunara</a:t>
            </a:r>
            <a:endParaRPr lang="en-US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PROBLEM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Bottleneck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54864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61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locked behind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can't access insights without engineering help.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83210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86000"/>
            <a:ext cx="54864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77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teams are overloaded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60% of time on basic report requests instead of real analysis.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83210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401568"/>
            <a:ext cx="54864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930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delayed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380390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days for a simple chart means missed opportunities and slow response.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THE SOLUTION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PromptBI — Ask. Analyse. Act.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text box replaces your entire BI stack.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21992" y="2395728"/>
            <a:ext cx="274320" cy="32004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36192"/>
            <a:ext cx="1874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D9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36192"/>
            <a:ext cx="18745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plain-English question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2395728"/>
            <a:ext cx="274320" cy="32004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536192"/>
            <a:ext cx="1874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536192"/>
            <a:ext cx="1874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96312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4505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00" dirty="0">
              <a:solidFill>
                <a:srgbClr val="8899B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SQL &amp; queries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91656" y="2395728"/>
            <a:ext cx="274320" cy="32004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1536192"/>
            <a:ext cx="1874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E63946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536192"/>
            <a:ext cx="1874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81144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72584" y="24505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chart auto-selected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65976" y="1536192"/>
            <a:ext cx="1874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D9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65976" y="1536192"/>
            <a:ext cx="1874520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16642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665976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24505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one-line insight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639312"/>
            <a:ext cx="8321040" cy="685800"/>
          </a:xfrm>
          <a:prstGeom prst="rect">
            <a:avLst/>
          </a:prstGeom>
          <a:solidFill>
            <a:srgbClr val="161D2E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393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Any team member gets a live interactive dashboard in seconds — no SQL, no ticket, no wait.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3970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LIVE DEMO — THREE QUERIES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Queries. 3 Complexity Levels.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54864" cy="10972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207008"/>
            <a:ext cx="658368" cy="25603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08176" y="11887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monthly views trend over time"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08176" y="1572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</a:t>
            </a: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24 months of views data</a:t>
            </a: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Insight: </a:t>
            </a:r>
            <a:r>
              <a:rPr lang="en-US" sz="11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"Jan 2025 was peak month at 429.3M views"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8321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3172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441448"/>
            <a:ext cx="6583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41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08176" y="24231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"Compare views and engagement rate by content category"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08176" y="2807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</a:t>
            </a: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6 categories compared</a:t>
            </a: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Insight: </a:t>
            </a: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"Gaming leads engagement at 6.41% despite Vlogs leading views"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8321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566160"/>
            <a:ext cx="54864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675888"/>
            <a:ext cx="658368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75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0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08176" y="36576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region has the highest sentiment score and does ad monetisation affect viewership?"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041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</a:t>
            </a: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— sentiment bar + ads comparison</a:t>
            </a: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Insight: </a:t>
            </a: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"Ads have 0.2% impact; Tech Reviews only negative sentiment category"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TECH STACK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0312" y="1097280"/>
            <a:ext cx="159105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D9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" y="1097280"/>
            <a:ext cx="1591056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1261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00B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" y="179222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19656" y="1993392"/>
            <a:ext cx="155448" cy="27432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97280"/>
            <a:ext cx="159105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97280"/>
            <a:ext cx="159105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261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AXIOS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179222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02736" y="1993392"/>
            <a:ext cx="155448" cy="27432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6472" y="1097280"/>
            <a:ext cx="159105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63946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76472" y="1097280"/>
            <a:ext cx="1591056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1261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9624" y="179222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85816" y="1993392"/>
            <a:ext cx="155448" cy="27432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9552" y="1097280"/>
            <a:ext cx="159105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59552" y="1097280"/>
            <a:ext cx="159105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261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32704" y="179222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Flash 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1993392"/>
            <a:ext cx="155448" cy="27432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1097280"/>
            <a:ext cx="159105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D9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42632" y="1097280"/>
            <a:ext cx="1591056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26187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00B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15784" y="1792224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row CSV dataset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1089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  →  axios POST /query  →  Gemini SQL generation  →  Pandas aggregation  →  JSON  →  Recharts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" y="3657600"/>
            <a:ext cx="1874520" cy="530352"/>
          </a:xfrm>
          <a:prstGeom prst="rect">
            <a:avLst/>
          </a:prstGeom>
          <a:solidFill>
            <a:srgbClr val="161D2E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96312" y="3657600"/>
            <a:ext cx="1874520" cy="530352"/>
          </a:xfrm>
          <a:prstGeom prst="rect">
            <a:avLst/>
          </a:prstGeom>
          <a:solidFill>
            <a:srgbClr val="161D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96312" y="36576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Animations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81144" y="3657600"/>
            <a:ext cx="1874520" cy="530352"/>
          </a:xfrm>
          <a:prstGeom prst="rect">
            <a:avLst/>
          </a:prstGeom>
          <a:solidFill>
            <a:srgbClr val="161D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6576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per Chart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65976" y="3657600"/>
            <a:ext cx="1874520" cy="530352"/>
          </a:xfrm>
          <a:prstGeom prst="rect">
            <a:avLst/>
          </a:prstGeom>
          <a:solidFill>
            <a:srgbClr val="161D2E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6576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Support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DATASET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1,000,000 Real Video Records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of platform data · 12 columns · 2024–2025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10.01B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Views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066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46304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89320" y="2066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724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" y="3255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2724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6.40%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00400" y="3255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Engagement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651760"/>
            <a:ext cx="2606040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61D2E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2724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89320" y="3255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44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Views/Video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USP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</a:rPr>
              <a:t>USP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670048" cy="3831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B8D9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2670048" cy="54864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EE6E6E-7525-1887-E00E-1AB93D8BF6F3}"/>
              </a:ext>
            </a:extLst>
          </p:cNvPr>
          <p:cNvGrpSpPr/>
          <p:nvPr/>
        </p:nvGrpSpPr>
        <p:grpSpPr>
          <a:xfrm>
            <a:off x="521208" y="1716258"/>
            <a:ext cx="2450592" cy="2544846"/>
            <a:chOff x="521208" y="2103120"/>
            <a:chExt cx="2450592" cy="2157984"/>
          </a:xfrm>
        </p:grpSpPr>
        <p:sp>
          <p:nvSpPr>
            <p:cNvPr id="9" name="Text 7"/>
            <p:cNvSpPr/>
            <p:nvPr/>
          </p:nvSpPr>
          <p:spPr>
            <a:xfrm>
              <a:off x="521208" y="2103120"/>
              <a:ext cx="24505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kern="0" spc="100" dirty="0">
                  <a:solidFill>
                    <a:srgbClr val="F0F4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Accuracy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21208" y="2505456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49224" y="2450592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Correct SQL for all 8 query types via Gemini 2.0 Flash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1208" y="3127248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49224" y="3072384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Right chart type auto-selected for every query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1208" y="3749040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49224" y="3694176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Graceful error handling for vague or unanswerable queries</a:t>
              </a:r>
              <a:endParaRPr lang="en-US" sz="11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3227832" y="1115568"/>
            <a:ext cx="2670048" cy="3831336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115568"/>
            <a:ext cx="267004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8BD77D-C470-D0E5-22EA-1A103DAC7C6A}"/>
              </a:ext>
            </a:extLst>
          </p:cNvPr>
          <p:cNvGrpSpPr/>
          <p:nvPr/>
        </p:nvGrpSpPr>
        <p:grpSpPr>
          <a:xfrm>
            <a:off x="3337560" y="1716258"/>
            <a:ext cx="2450592" cy="2544846"/>
            <a:chOff x="3337560" y="2103120"/>
            <a:chExt cx="2450592" cy="2157984"/>
          </a:xfrm>
        </p:grpSpPr>
        <p:sp>
          <p:nvSpPr>
            <p:cNvPr id="20" name="Text 18"/>
            <p:cNvSpPr/>
            <p:nvPr/>
          </p:nvSpPr>
          <p:spPr>
            <a:xfrm>
              <a:off x="3337560" y="2103120"/>
              <a:ext cx="24505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kern="0" spc="100" dirty="0">
                  <a:solidFill>
                    <a:srgbClr val="F0F4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Aesthetics &amp; UX</a:t>
              </a:r>
              <a:endParaRPr lang="en-US" sz="13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337560" y="2505456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465576" y="2450592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Dark BI dashboard with cyan + yellow + red accents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337560" y="3127248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465576" y="3072384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Skeleton loading states, sequential chart animations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337560" y="3749040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465576" y="3694176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Clickable example chips, query history, export button</a:t>
              </a:r>
              <a:endParaRPr lang="en-US" sz="110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6044184" y="1115568"/>
            <a:ext cx="2670048" cy="3831336"/>
          </a:xfrm>
          <a:prstGeom prst="rect">
            <a:avLst/>
          </a:prstGeom>
          <a:solidFill>
            <a:srgbClr val="111827"/>
          </a:solidFill>
          <a:ln w="12700">
            <a:solidFill>
              <a:srgbClr val="E63946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1115568"/>
            <a:ext cx="2670048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2C91845-F148-0848-85F7-5859831BF546}"/>
              </a:ext>
            </a:extLst>
          </p:cNvPr>
          <p:cNvGrpSpPr/>
          <p:nvPr/>
        </p:nvGrpSpPr>
        <p:grpSpPr>
          <a:xfrm>
            <a:off x="6153912" y="1716258"/>
            <a:ext cx="2450592" cy="2544846"/>
            <a:chOff x="6153912" y="2103120"/>
            <a:chExt cx="2450592" cy="2157984"/>
          </a:xfrm>
        </p:grpSpPr>
        <p:sp>
          <p:nvSpPr>
            <p:cNvPr id="31" name="Text 29"/>
            <p:cNvSpPr/>
            <p:nvPr/>
          </p:nvSpPr>
          <p:spPr>
            <a:xfrm>
              <a:off x="6153912" y="2103120"/>
              <a:ext cx="24505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kern="0" spc="100" dirty="0">
                  <a:solidFill>
                    <a:srgbClr val="F0F4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Innovation</a:t>
              </a:r>
              <a:endParaRPr lang="en-US" sz="13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153912" y="2505456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281928" y="2450592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3-section horizontal layout: Query → Charts → AI Insights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53912" y="3127248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281928" y="3072384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 generates a one-line insight per chart in real time</a:t>
              </a:r>
              <a:endParaRPr lang="en-US" sz="11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153912" y="3749040"/>
              <a:ext cx="54864" cy="54864"/>
            </a:xfrm>
            <a:prstGeom prst="rect">
              <a:avLst/>
            </a:prstGeom>
            <a:solidFill>
              <a:srgbClr val="445577"/>
            </a:solidFill>
            <a:ln w="12700">
              <a:solidFill>
                <a:srgbClr val="445577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6281928" y="3694176"/>
              <a:ext cx="230428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8899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CSV upload support — bring your own dataset (bonus +20)</a:t>
              </a:r>
              <a:endParaRPr lang="en-US" sz="1100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126609" y="1728216"/>
            <a:ext cx="9622301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1200" dirty="0">
                <a:solidFill>
                  <a:srgbClr val="16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PROMPTBI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54864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54864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54864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0972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0972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0972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64592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19456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19456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2194560"/>
            <a:ext cx="54864" cy="54864"/>
          </a:xfrm>
          <a:prstGeom prst="ellipse">
            <a:avLst/>
          </a:prstGeom>
          <a:solidFill>
            <a:srgbClr val="00B8D9">
              <a:alpha val="35000"/>
            </a:srgbClr>
          </a:solidFill>
          <a:ln w="12700">
            <a:solidFill>
              <a:srgbClr val="00B8D9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457200" y="21762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answers. In plain English.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2779776"/>
            <a:ext cx="3200400" cy="22860"/>
          </a:xfrm>
          <a:prstGeom prst="rect">
            <a:avLst/>
          </a:prstGeom>
          <a:solidFill>
            <a:srgbClr val="445577"/>
          </a:solidFill>
          <a:ln w="12700">
            <a:solidFill>
              <a:srgbClr val="4455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445577"/>
            </a:solidFill>
            <a:prstDash val="solid"/>
          </a:ln>
        </p:spPr>
        <p:txBody>
          <a:bodyPr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Tanya Srivastava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Samkit Jain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Suraj Singh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Agency FB" panose="020B0503020202020204" pitchFamily="34" charset="0"/>
              </a:rPr>
              <a:t>Guleria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299923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491</Words>
  <Application>Microsoft Office PowerPoint</Application>
  <PresentationFormat>On-screen Show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Agency FB</vt:lpstr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PromptBI — Hackathon Presentation</dc:title>
  <dc:subject>PptxGenJS Presentation</dc:subject>
  <dc:creator>PptxGenJS</dc:creator>
  <cp:lastModifiedBy>Samkit Jain</cp:lastModifiedBy>
  <cp:revision>5</cp:revision>
  <dcterms:created xsi:type="dcterms:W3CDTF">2026-03-16T19:52:34Z</dcterms:created>
  <dcterms:modified xsi:type="dcterms:W3CDTF">2026-03-16T20:46:34Z</dcterms:modified>
</cp:coreProperties>
</file>